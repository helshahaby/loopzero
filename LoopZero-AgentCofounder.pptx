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77240" y="685800"/>
            <a:ext cx="4343400" cy="40233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0" bIns="0"/>
          <a:lstStyle/>
          <a:p>
            <a:pPr algn="ctr"/>
            <a:r>
              <a:rPr sz="1300" b="1">
                <a:solidFill>
                  <a:srgbClr val="F2A11B"/>
                </a:solidFill>
                <a:latin typeface="Calibri"/>
              </a:rPr>
              <a:t>AGENTCOFOUNDER  ·  CONTRACTS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7863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Arial Black"/>
              </a:rPr>
              <a:t>TEAM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600" b="1">
                <a:solidFill>
                  <a:srgbClr val="F2A11B"/>
                </a:solidFill>
                <a:latin typeface="Arial Black"/>
              </a:rPr>
              <a:t>LOOPZERO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FFF7EA"/>
                </a:solidFill>
                <a:latin typeface="Calibri"/>
              </a:rPr>
              <a:t>One raw idea in. One tested, running, persistent proof-of-concept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100" b="0">
                <a:solidFill>
                  <a:srgbClr val="A7B4C9"/>
                </a:solidFill>
                <a:latin typeface="Calibri"/>
              </a:rPr>
              <a:t>Hossam Elshahaby   ·   Paul Grönborg   ·   Ali Sina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100" b="0">
                <a:solidFill>
                  <a:srgbClr val="A7B4C9"/>
                </a:solidFill>
                <a:latin typeface="Calibri"/>
              </a:rPr>
              <a:t>Mohamed Akif   ·   Shivam Gupta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2A11B"/>
                </a:solidFill>
                <a:latin typeface="Consolas"/>
              </a:rPr>
              <a:t>Pi coding agent  ·  Qwen3.8-27B-FP8  ·  Berget AI  ·  Sweden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17320"/>
            <a:ext cx="2606040" cy="41148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0" y="1737360"/>
            <a:ext cx="22402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7EA"/>
                </a:solidFill>
                <a:latin typeface="Calibri"/>
              </a:rPr>
              <a:t>RUN SNAPSHOT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F2A11B"/>
                </a:solidFill>
                <a:latin typeface="Calibri"/>
              </a:rPr>
              <a:t>491,343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tokens total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F2A11B"/>
                </a:solidFill>
                <a:latin typeface="Calibri"/>
              </a:rPr>
              <a:t>100%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pass rate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F2A11B"/>
                </a:solidFill>
                <a:latin typeface="Calibri"/>
              </a:rPr>
              <a:t>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repairs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2A11B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Ideas die between the pitch and the prototype.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0">
                <a:solidFill>
                  <a:srgbClr val="A7B4C9"/>
                </a:solidFill>
                <a:latin typeface="Calibri"/>
              </a:rPr>
              <a:t>A founder with a raw idea has no way to get a real, working artifact without a technical cofounder.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2A11B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Nobody to build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7B4C9"/>
                </a:solidFill>
                <a:latin typeface="Calibri"/>
              </a:rPr>
              <a:t>"I have a great idea but no one to build it with." Hiring is slow, agencies are expensive, and momentum dies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2A11B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Coding agents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7B4C9"/>
                </a:solidFill>
                <a:latin typeface="Calibri"/>
              </a:rPr>
              <a:t>Point a raw agent at a vague idea and you get half-features, no tests, no persistence, and code nobody can extend.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60604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F2A11B"/>
                </a:solidFill>
                <a:latin typeface="Arial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375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Nothing is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794760"/>
            <a:ext cx="2788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A7B4C9"/>
                </a:solidFill>
                <a:latin typeface="Calibri"/>
              </a:rPr>
              <a:t>A demo that only runs on the author's laptop proves nothing. No tests, no build, no start command, no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20640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FFF7EA"/>
                </a:solidFill>
                <a:latin typeface="Calibri"/>
              </a:rPr>
              <a:t>The hackathon brief says it plainly: build the coding module that turns a raw idea into a runnable POC.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2A11B"/>
                </a:solidFill>
                <a:latin typeface="Consola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Arial Black"/>
              </a:rPr>
              <a:t>A self-verifying build loop, not a single prompt.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IDEA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raw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87752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SPEC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structured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98264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BUILD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Pi + Qwen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5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8775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VERIFY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runner-owned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19288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REPAIR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bounded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828800"/>
            <a:ext cx="1572768" cy="86868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587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829800" y="1965960"/>
            <a:ext cx="15727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RESULT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A7B4C9"/>
                </a:solidFill>
                <a:latin typeface="Calibri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81635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2A11B"/>
                </a:solidFill>
                <a:latin typeface="Consolas"/>
              </a:rPr>
              <a:t>verify fails ──► one focused repair pass ──► re-verify   (the loop is part of the contract)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273552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3271" y="343814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2A11B"/>
                </a:solidFill>
                <a:latin typeface="Calibri"/>
              </a:rPr>
              <a:t>Reusable app toolkit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822191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A7B4C9"/>
                </a:solidFill>
                <a:latin typeface="Calibri"/>
              </a:rPr>
              <a:t>Typed storage with corrupt-data recovery, repository, validation, dates, state machines and an accessible UI kit ship in the template — the model never writes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73552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3952" y="343814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2A11B"/>
                </a:solidFill>
                <a:latin typeface="Calibri"/>
              </a:rPr>
              <a:t>Runner-owned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822191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A7B4C9"/>
                </a:solidFill>
                <a:latin typeface="Calibri"/>
              </a:rPr>
              <a:t>Tests, build, startup, HTTP probe and token totals are measured by the harness, never claimed by the model.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632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3271" y="50109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2A11B"/>
                </a:solidFill>
                <a:latin typeface="Calibri"/>
              </a:rPr>
              <a:t>Bounded test-and-repair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539495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A7B4C9"/>
                </a:solidFill>
                <a:latin typeface="Calibri"/>
              </a:rPr>
              <a:t>On failure the runner replays only the failing checks and log tails, then re-verifies — no unbounded agent flailing.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4632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73952" y="501091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F2A11B"/>
                </a:solidFill>
                <a:latin typeface="Calibri"/>
              </a:rPr>
              <a:t>Token-aware prompting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394959"/>
            <a:ext cx="4617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0">
                <a:solidFill>
                  <a:srgbClr val="A7B4C9"/>
                </a:solidFill>
                <a:latin typeface="Calibri"/>
              </a:rPr>
              <a:t>Stable prefix first, idea last, skill inlined. Output tokens cost 3x, so the template absorbs the boilerplate.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2A11B"/>
                </a:solidFill>
                <a:latin typeface="Consola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 Black"/>
              </a:rPr>
              <a:t>What this changes for the software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4708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A11B"/>
                </a:solidFill>
                <a:latin typeface="Arial Black"/>
              </a:rPr>
              <a:t>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output tokens cost triple — so the toolkit, not the model, writes the boilerplate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4708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89120" y="19933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A11B"/>
                </a:solidFill>
                <a:latin typeface="Arial Blac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889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pass rate on the demo run with zero repair attempts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47088"/>
            <a:ext cx="3291840" cy="1783080"/>
          </a:xfrm>
          <a:prstGeom prst="roundRect">
            <a:avLst>
              <a:gd name="adj" fmla="val 7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933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2A11B"/>
                </a:solidFill>
                <a:latin typeface="Arial Black"/>
              </a:rPr>
              <a:t>13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889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raw idea to a tested, running, persistent web application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325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 founders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931920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A non-technical founder gets a real artifact in minutes — something to test with users, not a slide.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7258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43000" y="4572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 engineering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72000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Verification moves into the harness. Agent output is only accepted when tests, build and startup all pass.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1266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43000" y="521208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 the agent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212080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An open, auditable contract: trace.jsonl, summary.md and result.json make every run replayable and comparable.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95274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43000" y="5852159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For the Nordic AI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852159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A7B4C9"/>
                </a:solidFill>
                <a:latin typeface="Calibri"/>
              </a:rPr>
              <a:t>Runs entirely on Berget AI with Qwen — sovereign European compute, no US hyperscaler in the loop.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2A11B"/>
                </a:solidFill>
                <a:latin typeface="Consola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 Black"/>
              </a:rPr>
              <a:t>One unseen idea → a live, persistent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F2A11B"/>
                </a:solidFill>
                <a:latin typeface="Consolas"/>
              </a:rPr>
              <a:t>"I run a small pottery studio and I keep running out of glazes and clay at the worst possible moment."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2167128"/>
            <a:ext cx="3785700" cy="3849624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639396" cy="3703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56048" y="2167128"/>
            <a:ext cx="3940188" cy="2706624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imag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40280"/>
            <a:ext cx="3793884" cy="2560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25128" y="2167128"/>
            <a:ext cx="3138350" cy="2706624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-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240280"/>
            <a:ext cx="2992046" cy="2560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60807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7B4C9"/>
                </a:solidFill>
                <a:latin typeface="Calibri"/>
              </a:rPr>
              <a:t>Generated app — running on :3000, data survives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93776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7B4C9"/>
                </a:solidFill>
                <a:latin typeface="Calibri"/>
              </a:rPr>
              <a:t>Harness drives Pi, counts every model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93776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A7B4C9"/>
                </a:solidFill>
                <a:latin typeface="Calibri"/>
              </a:rPr>
              <a:t>Runner-owned token + pass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5532120"/>
            <a:ext cx="6492240" cy="86868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03520" y="5715000"/>
            <a:ext cx="6035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7EA"/>
                </a:solidFill>
                <a:latin typeface="Calibri"/>
              </a:rPr>
              <a:t>Tests pass · build clean · server up · refresh keeps the data · result.json validated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1521440" y="6355080"/>
            <a:ext cx="548640" cy="82296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0" b="1">
                <a:solidFill>
                  <a:srgbClr val="FFFFFF"/>
                </a:solidFill>
                <a:latin typeface="Arial Black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00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>
                <a:solidFill>
                  <a:srgbClr val="F2A11B"/>
                </a:solidFill>
                <a:latin typeface="Calibri"/>
              </a:rPr>
              <a:t>Happy to take your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14800"/>
            <a:ext cx="2011680" cy="45720"/>
          </a:xfrm>
          <a:prstGeom prst="rect">
            <a:avLst/>
          </a:prstGeom>
          <a:solidFill>
            <a:srgbClr val="F2A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0">
                <a:solidFill>
                  <a:srgbClr val="A7B4C9"/>
                </a:solidFill>
                <a:latin typeface="Calibri"/>
              </a:rPr>
              <a:t>Team LoopZero — Hossam Elshahaby · Paul Grönborg · Ali Sina · Mohamed Akif · Shivam Gupta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800" b="0">
                <a:solidFill>
                  <a:srgbClr val="A7B4C9"/>
                </a:solidFill>
                <a:latin typeface="Calibri"/>
              </a:rPr>
              <a:t>AgentCofounder Hackathon · Contracts Track · Stockholm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486400"/>
            <a:ext cx="8778240" cy="86868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5875">
            <a:solidFill>
              <a:srgbClr val="F2A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5596128"/>
            <a:ext cx="8229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7EA"/>
                </a:solidFill>
                <a:latin typeface="Calibri"/>
              </a:rPr>
              <a:t>Demo video:  https://youtu.be/UVS3UMYBTQc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FFF7EA"/>
                </a:solidFill>
                <a:latin typeface="Calibri"/>
              </a:rPr>
              <a:t>Code:  https://github.com/helshahaby/LoopZero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7B4C9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